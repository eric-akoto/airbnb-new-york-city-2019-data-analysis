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3636"/>
    <a:srgbClr val="1B1B1B"/>
    <a:srgbClr val="0A0A0A"/>
    <a:srgbClr val="C27B47"/>
    <a:srgbClr val="5B9BD5"/>
    <a:srgbClr val="1F4E79"/>
    <a:srgbClr val="F5F7FA"/>
    <a:srgbClr val="00B8A9"/>
    <a:srgbClr val="00A699"/>
    <a:srgbClr val="4848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816BE8-765F-43BB-BB0A-CC0DDF7F19EC}" v="18" dt="2026-06-03T16:38:23.2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60" d="100"/>
          <a:sy n="60" d="100"/>
        </p:scale>
        <p:origin x="25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Akoto" userId="3361b231f76eb4bd" providerId="LiveId" clId="{EE337569-5E8B-41CD-8E4E-A14915C61AC6}"/>
    <pc:docChg chg="undo custSel addSld delSld modSld">
      <pc:chgData name="Eric Akoto" userId="3361b231f76eb4bd" providerId="LiveId" clId="{EE337569-5E8B-41CD-8E4E-A14915C61AC6}" dt="2026-06-03T16:41:56.157" v="486" actId="1076"/>
      <pc:docMkLst>
        <pc:docMk/>
      </pc:docMkLst>
      <pc:sldChg chg="addSp delSp modSp del mod">
        <pc:chgData name="Eric Akoto" userId="3361b231f76eb4bd" providerId="LiveId" clId="{EE337569-5E8B-41CD-8E4E-A14915C61AC6}" dt="2026-06-03T14:39:38.510" v="127" actId="2696"/>
        <pc:sldMkLst>
          <pc:docMk/>
          <pc:sldMk cId="1851266305" sldId="256"/>
        </pc:sldMkLst>
        <pc:spChg chg="mod">
          <ac:chgData name="Eric Akoto" userId="3361b231f76eb4bd" providerId="LiveId" clId="{EE337569-5E8B-41CD-8E4E-A14915C61AC6}" dt="2026-06-03T14:16:39.073" v="115" actId="14100"/>
          <ac:spMkLst>
            <pc:docMk/>
            <pc:sldMk cId="1851266305" sldId="256"/>
            <ac:spMk id="4" creationId="{33FB80BE-6592-AEB6-35F5-5FFD92A0F93F}"/>
          </ac:spMkLst>
        </pc:spChg>
        <pc:spChg chg="mod">
          <ac:chgData name="Eric Akoto" userId="3361b231f76eb4bd" providerId="LiveId" clId="{EE337569-5E8B-41CD-8E4E-A14915C61AC6}" dt="2026-06-03T14:10:25.942" v="106" actId="14100"/>
          <ac:spMkLst>
            <pc:docMk/>
            <pc:sldMk cId="1851266305" sldId="256"/>
            <ac:spMk id="10" creationId="{5DDE650F-82AD-5506-C58C-13E101EF0733}"/>
          </ac:spMkLst>
        </pc:spChg>
        <pc:spChg chg="mod">
          <ac:chgData name="Eric Akoto" userId="3361b231f76eb4bd" providerId="LiveId" clId="{EE337569-5E8B-41CD-8E4E-A14915C61AC6}" dt="2026-06-03T14:10:47.251" v="107" actId="207"/>
          <ac:spMkLst>
            <pc:docMk/>
            <pc:sldMk cId="1851266305" sldId="256"/>
            <ac:spMk id="11" creationId="{37881490-1709-369D-8BE4-1DE523BA9438}"/>
          </ac:spMkLst>
        </pc:spChg>
        <pc:spChg chg="mod">
          <ac:chgData name="Eric Akoto" userId="3361b231f76eb4bd" providerId="LiveId" clId="{EE337569-5E8B-41CD-8E4E-A14915C61AC6}" dt="2026-06-03T13:48:02.308" v="88" actId="14100"/>
          <ac:spMkLst>
            <pc:docMk/>
            <pc:sldMk cId="1851266305" sldId="256"/>
            <ac:spMk id="12" creationId="{9651BA0A-E379-24E2-A85E-C93CD100ECD8}"/>
          </ac:spMkLst>
        </pc:spChg>
        <pc:spChg chg="mod">
          <ac:chgData name="Eric Akoto" userId="3361b231f76eb4bd" providerId="LiveId" clId="{EE337569-5E8B-41CD-8E4E-A14915C61AC6}" dt="2026-06-03T13:46:52.257" v="81" actId="14100"/>
          <ac:spMkLst>
            <pc:docMk/>
            <pc:sldMk cId="1851266305" sldId="256"/>
            <ac:spMk id="13" creationId="{39E25610-BF70-2DA8-00FC-371BF4944810}"/>
          </ac:spMkLst>
        </pc:spChg>
        <pc:spChg chg="mod">
          <ac:chgData name="Eric Akoto" userId="3361b231f76eb4bd" providerId="LiveId" clId="{EE337569-5E8B-41CD-8E4E-A14915C61AC6}" dt="2026-06-03T13:43:29.282" v="74" actId="14100"/>
          <ac:spMkLst>
            <pc:docMk/>
            <pc:sldMk cId="1851266305" sldId="256"/>
            <ac:spMk id="15" creationId="{285883A3-432B-35D3-865F-B9A03B2BFD61}"/>
          </ac:spMkLst>
        </pc:spChg>
        <pc:spChg chg="mod">
          <ac:chgData name="Eric Akoto" userId="3361b231f76eb4bd" providerId="LiveId" clId="{EE337569-5E8B-41CD-8E4E-A14915C61AC6}" dt="2026-06-03T13:42:38.068" v="66" actId="14100"/>
          <ac:spMkLst>
            <pc:docMk/>
            <pc:sldMk cId="1851266305" sldId="256"/>
            <ac:spMk id="17" creationId="{24D832B0-3220-3D09-E339-E71580103421}"/>
          </ac:spMkLst>
        </pc:spChg>
        <pc:spChg chg="mod">
          <ac:chgData name="Eric Akoto" userId="3361b231f76eb4bd" providerId="LiveId" clId="{EE337569-5E8B-41CD-8E4E-A14915C61AC6}" dt="2026-06-03T13:40:13.336" v="49" actId="14100"/>
          <ac:spMkLst>
            <pc:docMk/>
            <pc:sldMk cId="1851266305" sldId="256"/>
            <ac:spMk id="18" creationId="{A3533ECB-6051-4472-C648-F67A5F140C94}"/>
          </ac:spMkLst>
        </pc:spChg>
        <pc:spChg chg="mod">
          <ac:chgData name="Eric Akoto" userId="3361b231f76eb4bd" providerId="LiveId" clId="{EE337569-5E8B-41CD-8E4E-A14915C61AC6}" dt="2026-06-03T13:39:10.656" v="38" actId="403"/>
          <ac:spMkLst>
            <pc:docMk/>
            <pc:sldMk cId="1851266305" sldId="256"/>
            <ac:spMk id="19" creationId="{22E3C08C-E9CB-3D1A-1529-DA7A7FCB9134}"/>
          </ac:spMkLst>
        </pc:spChg>
        <pc:spChg chg="mod">
          <ac:chgData name="Eric Akoto" userId="3361b231f76eb4bd" providerId="LiveId" clId="{EE337569-5E8B-41CD-8E4E-A14915C61AC6}" dt="2026-06-03T13:39:57.600" v="46" actId="403"/>
          <ac:spMkLst>
            <pc:docMk/>
            <pc:sldMk cId="1851266305" sldId="256"/>
            <ac:spMk id="20" creationId="{F5326198-6FD0-039F-38FA-206FABD145D3}"/>
          </ac:spMkLst>
        </pc:spChg>
        <pc:spChg chg="mod">
          <ac:chgData name="Eric Akoto" userId="3361b231f76eb4bd" providerId="LiveId" clId="{EE337569-5E8B-41CD-8E4E-A14915C61AC6}" dt="2026-06-03T14:10:47.251" v="107" actId="207"/>
          <ac:spMkLst>
            <pc:docMk/>
            <pc:sldMk cId="1851266305" sldId="256"/>
            <ac:spMk id="22" creationId="{D5DF1FD8-E1B4-5AC1-3FFA-05A43DEE22A9}"/>
          </ac:spMkLst>
        </pc:spChg>
        <pc:spChg chg="mod">
          <ac:chgData name="Eric Akoto" userId="3361b231f76eb4bd" providerId="LiveId" clId="{EE337569-5E8B-41CD-8E4E-A14915C61AC6}" dt="2026-06-03T13:38:59.457" v="37" actId="14100"/>
          <ac:spMkLst>
            <pc:docMk/>
            <pc:sldMk cId="1851266305" sldId="256"/>
            <ac:spMk id="23" creationId="{CF09211A-11D3-FE51-548A-5DF0ABC7C03F}"/>
          </ac:spMkLst>
        </pc:spChg>
        <pc:picChg chg="add del mod">
          <ac:chgData name="Eric Akoto" userId="3361b231f76eb4bd" providerId="LiveId" clId="{EE337569-5E8B-41CD-8E4E-A14915C61AC6}" dt="2026-06-03T14:03:32.308" v="89" actId="478"/>
          <ac:picMkLst>
            <pc:docMk/>
            <pc:sldMk cId="1851266305" sldId="256"/>
            <ac:picMk id="42" creationId="{0497FF32-9A36-BD43-5C19-68692ECFB8B4}"/>
          </ac:picMkLst>
        </pc:picChg>
        <pc:picChg chg="add mod">
          <ac:chgData name="Eric Akoto" userId="3361b231f76eb4bd" providerId="LiveId" clId="{EE337569-5E8B-41CD-8E4E-A14915C61AC6}" dt="2026-06-03T14:04:28.636" v="98" actId="1076"/>
          <ac:picMkLst>
            <pc:docMk/>
            <pc:sldMk cId="1851266305" sldId="256"/>
            <ac:picMk id="60" creationId="{FC6EAFA3-0069-946B-3685-2765EAA4AE36}"/>
          </ac:picMkLst>
        </pc:picChg>
        <pc:picChg chg="add mod">
          <ac:chgData name="Eric Akoto" userId="3361b231f76eb4bd" providerId="LiveId" clId="{EE337569-5E8B-41CD-8E4E-A14915C61AC6}" dt="2026-06-03T14:09:25.858" v="103" actId="14100"/>
          <ac:picMkLst>
            <pc:docMk/>
            <pc:sldMk cId="1851266305" sldId="256"/>
            <ac:picMk id="62" creationId="{47260285-2482-DC6A-F003-CF55E22CD1C5}"/>
          </ac:picMkLst>
        </pc:picChg>
        <pc:picChg chg="add mod">
          <ac:chgData name="Eric Akoto" userId="3361b231f76eb4bd" providerId="LiveId" clId="{EE337569-5E8B-41CD-8E4E-A14915C61AC6}" dt="2026-06-03T14:35:53.009" v="118" actId="1076"/>
          <ac:picMkLst>
            <pc:docMk/>
            <pc:sldMk cId="1851266305" sldId="256"/>
            <ac:picMk id="63" creationId="{482FB041-B307-7F45-D6AE-B7EA70BA7173}"/>
          </ac:picMkLst>
        </pc:picChg>
        <pc:cxnChg chg="mod">
          <ac:chgData name="Eric Akoto" userId="3361b231f76eb4bd" providerId="LiveId" clId="{EE337569-5E8B-41CD-8E4E-A14915C61AC6}" dt="2026-06-03T13:47:41.597" v="86" actId="14100"/>
          <ac:cxnSpMkLst>
            <pc:docMk/>
            <pc:sldMk cId="1851266305" sldId="256"/>
            <ac:cxnSpMk id="52" creationId="{736AFDA7-FA16-4130-8472-0D354E91A047}"/>
          </ac:cxnSpMkLst>
        </pc:cxnChg>
      </pc:sldChg>
      <pc:sldChg chg="add del">
        <pc:chgData name="Eric Akoto" userId="3361b231f76eb4bd" providerId="LiveId" clId="{EE337569-5E8B-41CD-8E4E-A14915C61AC6}" dt="2026-06-03T14:11:01.308" v="108" actId="2696"/>
        <pc:sldMkLst>
          <pc:docMk/>
          <pc:sldMk cId="593838906" sldId="257"/>
        </pc:sldMkLst>
      </pc:sldChg>
      <pc:sldChg chg="modSp add del mod">
        <pc:chgData name="Eric Akoto" userId="3361b231f76eb4bd" providerId="LiveId" clId="{EE337569-5E8B-41CD-8E4E-A14915C61AC6}" dt="2026-06-03T14:36:06.455" v="120" actId="2696"/>
        <pc:sldMkLst>
          <pc:docMk/>
          <pc:sldMk cId="3334045719" sldId="257"/>
        </pc:sldMkLst>
        <pc:spChg chg="mod">
          <ac:chgData name="Eric Akoto" userId="3361b231f76eb4bd" providerId="LiveId" clId="{EE337569-5E8B-41CD-8E4E-A14915C61AC6}" dt="2026-06-03T14:12:24.308" v="113" actId="1076"/>
          <ac:spMkLst>
            <pc:docMk/>
            <pc:sldMk cId="3334045719" sldId="257"/>
            <ac:spMk id="4" creationId="{2414A475-7D34-4796-FD01-C2DA1A103997}"/>
          </ac:spMkLst>
        </pc:spChg>
        <pc:spChg chg="mod">
          <ac:chgData name="Eric Akoto" userId="3361b231f76eb4bd" providerId="LiveId" clId="{EE337569-5E8B-41CD-8E4E-A14915C61AC6}" dt="2026-06-03T14:12:24.308" v="113" actId="1076"/>
          <ac:spMkLst>
            <pc:docMk/>
            <pc:sldMk cId="3334045719" sldId="257"/>
            <ac:spMk id="10" creationId="{95B1D6AF-CD5A-EE02-CC74-113506C2B01D}"/>
          </ac:spMkLst>
        </pc:spChg>
        <pc:spChg chg="mod">
          <ac:chgData name="Eric Akoto" userId="3361b231f76eb4bd" providerId="LiveId" clId="{EE337569-5E8B-41CD-8E4E-A14915C61AC6}" dt="2026-06-03T14:12:24.308" v="113" actId="1076"/>
          <ac:spMkLst>
            <pc:docMk/>
            <pc:sldMk cId="3334045719" sldId="257"/>
            <ac:spMk id="11" creationId="{6AEAE468-8353-D6D7-80FA-9D9A553539F3}"/>
          </ac:spMkLst>
        </pc:spChg>
        <pc:spChg chg="mod">
          <ac:chgData name="Eric Akoto" userId="3361b231f76eb4bd" providerId="LiveId" clId="{EE337569-5E8B-41CD-8E4E-A14915C61AC6}" dt="2026-06-03T14:12:24.308" v="113" actId="1076"/>
          <ac:spMkLst>
            <pc:docMk/>
            <pc:sldMk cId="3334045719" sldId="257"/>
            <ac:spMk id="13" creationId="{8A0AB7E2-9E36-9636-4EA3-CF8E2900A881}"/>
          </ac:spMkLst>
        </pc:spChg>
        <pc:spChg chg="mod">
          <ac:chgData name="Eric Akoto" userId="3361b231f76eb4bd" providerId="LiveId" clId="{EE337569-5E8B-41CD-8E4E-A14915C61AC6}" dt="2026-06-03T14:12:24.308" v="113" actId="1076"/>
          <ac:spMkLst>
            <pc:docMk/>
            <pc:sldMk cId="3334045719" sldId="257"/>
            <ac:spMk id="15" creationId="{983E0387-368D-1DE8-2C61-1D1D9A88B87B}"/>
          </ac:spMkLst>
        </pc:spChg>
        <pc:spChg chg="mod">
          <ac:chgData name="Eric Akoto" userId="3361b231f76eb4bd" providerId="LiveId" clId="{EE337569-5E8B-41CD-8E4E-A14915C61AC6}" dt="2026-06-03T14:12:24.308" v="113" actId="1076"/>
          <ac:spMkLst>
            <pc:docMk/>
            <pc:sldMk cId="3334045719" sldId="257"/>
            <ac:spMk id="17" creationId="{DC4D60C9-ECDC-D2CB-F2D6-D9255B846F9C}"/>
          </ac:spMkLst>
        </pc:spChg>
        <pc:spChg chg="mod">
          <ac:chgData name="Eric Akoto" userId="3361b231f76eb4bd" providerId="LiveId" clId="{EE337569-5E8B-41CD-8E4E-A14915C61AC6}" dt="2026-06-03T14:12:24.308" v="113" actId="1076"/>
          <ac:spMkLst>
            <pc:docMk/>
            <pc:sldMk cId="3334045719" sldId="257"/>
            <ac:spMk id="18" creationId="{FD70BCB9-43EA-C3A9-BAA0-D1A81BC0DAEF}"/>
          </ac:spMkLst>
        </pc:spChg>
        <pc:spChg chg="mod">
          <ac:chgData name="Eric Akoto" userId="3361b231f76eb4bd" providerId="LiveId" clId="{EE337569-5E8B-41CD-8E4E-A14915C61AC6}" dt="2026-06-03T14:12:24.308" v="113" actId="1076"/>
          <ac:spMkLst>
            <pc:docMk/>
            <pc:sldMk cId="3334045719" sldId="257"/>
            <ac:spMk id="19" creationId="{324CA0F7-02EA-2252-7421-B74BE6F02C81}"/>
          </ac:spMkLst>
        </pc:spChg>
        <pc:spChg chg="mod">
          <ac:chgData name="Eric Akoto" userId="3361b231f76eb4bd" providerId="LiveId" clId="{EE337569-5E8B-41CD-8E4E-A14915C61AC6}" dt="2026-06-03T14:12:24.308" v="113" actId="1076"/>
          <ac:spMkLst>
            <pc:docMk/>
            <pc:sldMk cId="3334045719" sldId="257"/>
            <ac:spMk id="22" creationId="{CD61F899-C1DC-6E7A-CCD8-66F5544240FB}"/>
          </ac:spMkLst>
        </pc:spChg>
        <pc:spChg chg="mod">
          <ac:chgData name="Eric Akoto" userId="3361b231f76eb4bd" providerId="LiveId" clId="{EE337569-5E8B-41CD-8E4E-A14915C61AC6}" dt="2026-06-03T14:12:24.308" v="113" actId="1076"/>
          <ac:spMkLst>
            <pc:docMk/>
            <pc:sldMk cId="3334045719" sldId="257"/>
            <ac:spMk id="23" creationId="{B3FA56BA-5DE7-E4D7-8BA5-2D24FCEDAE1A}"/>
          </ac:spMkLst>
        </pc:spChg>
      </pc:sldChg>
      <pc:sldChg chg="addSp modSp add mod">
        <pc:chgData name="Eric Akoto" userId="3361b231f76eb4bd" providerId="LiveId" clId="{EE337569-5E8B-41CD-8E4E-A14915C61AC6}" dt="2026-06-03T14:53:54.314" v="175" actId="14100"/>
        <pc:sldMkLst>
          <pc:docMk/>
          <pc:sldMk cId="3300036626" sldId="258"/>
        </pc:sldMkLst>
        <pc:spChg chg="add mod ord">
          <ac:chgData name="Eric Akoto" userId="3361b231f76eb4bd" providerId="LiveId" clId="{EE337569-5E8B-41CD-8E4E-A14915C61AC6}" dt="2026-06-03T14:51:58.591" v="155" actId="14100"/>
          <ac:spMkLst>
            <pc:docMk/>
            <pc:sldMk cId="3300036626" sldId="258"/>
            <ac:spMk id="2" creationId="{B26E10B0-AE86-E0DD-43CA-5FA71FD6F945}"/>
          </ac:spMkLst>
        </pc:spChg>
        <pc:spChg chg="add mod ord">
          <ac:chgData name="Eric Akoto" userId="3361b231f76eb4bd" providerId="LiveId" clId="{EE337569-5E8B-41CD-8E4E-A14915C61AC6}" dt="2026-06-03T14:53:54.314" v="175" actId="14100"/>
          <ac:spMkLst>
            <pc:docMk/>
            <pc:sldMk cId="3300036626" sldId="258"/>
            <ac:spMk id="3" creationId="{A38CD49B-FCB5-263C-C4A2-9A4D7E40613F}"/>
          </ac:spMkLst>
        </pc:spChg>
        <pc:spChg chg="mod">
          <ac:chgData name="Eric Akoto" userId="3361b231f76eb4bd" providerId="LiveId" clId="{EE337569-5E8B-41CD-8E4E-A14915C61AC6}" dt="2026-06-03T14:51:13.456" v="148" actId="14100"/>
          <ac:spMkLst>
            <pc:docMk/>
            <pc:sldMk cId="3300036626" sldId="258"/>
            <ac:spMk id="11" creationId="{373B0797-7AEA-BD17-2142-CF0A7B50E29F}"/>
          </ac:spMkLst>
        </pc:spChg>
        <pc:spChg chg="mod">
          <ac:chgData name="Eric Akoto" userId="3361b231f76eb4bd" providerId="LiveId" clId="{EE337569-5E8B-41CD-8E4E-A14915C61AC6}" dt="2026-06-03T14:51:30.797" v="151" actId="1076"/>
          <ac:spMkLst>
            <pc:docMk/>
            <pc:sldMk cId="3300036626" sldId="258"/>
            <ac:spMk id="12" creationId="{5A9A53E3-A79C-6BDE-2633-DC7DB649F00B}"/>
          </ac:spMkLst>
        </pc:spChg>
        <pc:spChg chg="mod">
          <ac:chgData name="Eric Akoto" userId="3361b231f76eb4bd" providerId="LiveId" clId="{EE337569-5E8B-41CD-8E4E-A14915C61AC6}" dt="2026-06-03T14:52:57.059" v="172" actId="14100"/>
          <ac:spMkLst>
            <pc:docMk/>
            <pc:sldMk cId="3300036626" sldId="258"/>
            <ac:spMk id="13" creationId="{20418886-2DAF-2701-9056-2EC00FA317D1}"/>
          </ac:spMkLst>
        </pc:spChg>
        <pc:spChg chg="mod">
          <ac:chgData name="Eric Akoto" userId="3361b231f76eb4bd" providerId="LiveId" clId="{EE337569-5E8B-41CD-8E4E-A14915C61AC6}" dt="2026-06-03T14:39:22.288" v="126" actId="255"/>
          <ac:spMkLst>
            <pc:docMk/>
            <pc:sldMk cId="3300036626" sldId="258"/>
            <ac:spMk id="15" creationId="{BA055D1E-CD13-C80E-03A6-5FFF8B75CE34}"/>
          </ac:spMkLst>
        </pc:spChg>
        <pc:spChg chg="mod">
          <ac:chgData name="Eric Akoto" userId="3361b231f76eb4bd" providerId="LiveId" clId="{EE337569-5E8B-41CD-8E4E-A14915C61AC6}" dt="2026-06-03T14:51:44.217" v="154" actId="1076"/>
          <ac:spMkLst>
            <pc:docMk/>
            <pc:sldMk cId="3300036626" sldId="258"/>
            <ac:spMk id="17" creationId="{EE195C32-8B71-7564-7063-5EF9F5838ED8}"/>
          </ac:spMkLst>
        </pc:spChg>
        <pc:spChg chg="mod">
          <ac:chgData name="Eric Akoto" userId="3361b231f76eb4bd" providerId="LiveId" clId="{EE337569-5E8B-41CD-8E4E-A14915C61AC6}" dt="2026-06-03T14:51:34.092" v="152" actId="1076"/>
          <ac:spMkLst>
            <pc:docMk/>
            <pc:sldMk cId="3300036626" sldId="258"/>
            <ac:spMk id="18" creationId="{2A6CCCC8-D5A4-7CFC-9397-69C6B1CB0247}"/>
          </ac:spMkLst>
        </pc:spChg>
        <pc:spChg chg="mod">
          <ac:chgData name="Eric Akoto" userId="3361b231f76eb4bd" providerId="LiveId" clId="{EE337569-5E8B-41CD-8E4E-A14915C61AC6}" dt="2026-06-03T14:38:59.323" v="123" actId="255"/>
          <ac:spMkLst>
            <pc:docMk/>
            <pc:sldMk cId="3300036626" sldId="258"/>
            <ac:spMk id="19" creationId="{481250E9-B6F0-8D0C-152C-646F2386FB5D}"/>
          </ac:spMkLst>
        </pc:spChg>
        <pc:spChg chg="mod">
          <ac:chgData name="Eric Akoto" userId="3361b231f76eb4bd" providerId="LiveId" clId="{EE337569-5E8B-41CD-8E4E-A14915C61AC6}" dt="2026-06-03T14:53:00.431" v="173" actId="1076"/>
          <ac:spMkLst>
            <pc:docMk/>
            <pc:sldMk cId="3300036626" sldId="258"/>
            <ac:spMk id="20" creationId="{4344088B-D366-C203-F4C2-7AF1E1BC3201}"/>
          </ac:spMkLst>
        </pc:spChg>
        <pc:spChg chg="mod">
          <ac:chgData name="Eric Akoto" userId="3361b231f76eb4bd" providerId="LiveId" clId="{EE337569-5E8B-41CD-8E4E-A14915C61AC6}" dt="2026-06-03T14:51:10.190" v="147" actId="14100"/>
          <ac:spMkLst>
            <pc:docMk/>
            <pc:sldMk cId="3300036626" sldId="258"/>
            <ac:spMk id="22" creationId="{70C48C47-23FE-5C6A-79B1-0A2AB89294C7}"/>
          </ac:spMkLst>
        </pc:spChg>
        <pc:spChg chg="mod">
          <ac:chgData name="Eric Akoto" userId="3361b231f76eb4bd" providerId="LiveId" clId="{EE337569-5E8B-41CD-8E4E-A14915C61AC6}" dt="2026-06-03T14:39:14.878" v="125" actId="255"/>
          <ac:spMkLst>
            <pc:docMk/>
            <pc:sldMk cId="3300036626" sldId="258"/>
            <ac:spMk id="23" creationId="{8961BF17-EC85-B79F-3D19-63D02954F45C}"/>
          </ac:spMkLst>
        </pc:spChg>
        <pc:picChg chg="mod">
          <ac:chgData name="Eric Akoto" userId="3361b231f76eb4bd" providerId="LiveId" clId="{EE337569-5E8B-41CD-8E4E-A14915C61AC6}" dt="2026-06-03T14:39:49.214" v="128" actId="1076"/>
          <ac:picMkLst>
            <pc:docMk/>
            <pc:sldMk cId="3300036626" sldId="258"/>
            <ac:picMk id="63" creationId="{A37176C9-9421-AB71-AC2A-45185AF7B59A}"/>
          </ac:picMkLst>
        </pc:picChg>
      </pc:sldChg>
      <pc:sldChg chg="addSp delSp modSp add mod">
        <pc:chgData name="Eric Akoto" userId="3361b231f76eb4bd" providerId="LiveId" clId="{EE337569-5E8B-41CD-8E4E-A14915C61AC6}" dt="2026-06-03T16:04:32.826" v="441" actId="1076"/>
        <pc:sldMkLst>
          <pc:docMk/>
          <pc:sldMk cId="1845304887" sldId="259"/>
        </pc:sldMkLst>
        <pc:spChg chg="mod">
          <ac:chgData name="Eric Akoto" userId="3361b231f76eb4bd" providerId="LiveId" clId="{EE337569-5E8B-41CD-8E4E-A14915C61AC6}" dt="2026-06-03T15:33:16.193" v="424" actId="1076"/>
          <ac:spMkLst>
            <pc:docMk/>
            <pc:sldMk cId="1845304887" sldId="259"/>
            <ac:spMk id="2" creationId="{38450845-7ECE-A622-2CEC-80BB48632E14}"/>
          </ac:spMkLst>
        </pc:spChg>
        <pc:spChg chg="mod">
          <ac:chgData name="Eric Akoto" userId="3361b231f76eb4bd" providerId="LiveId" clId="{EE337569-5E8B-41CD-8E4E-A14915C61AC6}" dt="2026-06-03T15:33:54.597" v="428" actId="14100"/>
          <ac:spMkLst>
            <pc:docMk/>
            <pc:sldMk cId="1845304887" sldId="259"/>
            <ac:spMk id="3" creationId="{9F3DF946-31CC-E312-54C7-940F61B32EC3}"/>
          </ac:spMkLst>
        </pc:spChg>
        <pc:spChg chg="mod">
          <ac:chgData name="Eric Akoto" userId="3361b231f76eb4bd" providerId="LiveId" clId="{EE337569-5E8B-41CD-8E4E-A14915C61AC6}" dt="2026-06-03T15:01:59.151" v="184" actId="1076"/>
          <ac:spMkLst>
            <pc:docMk/>
            <pc:sldMk cId="1845304887" sldId="259"/>
            <ac:spMk id="4" creationId="{32ABC04B-A79B-7FC5-EBDB-87F7BB9ECC3B}"/>
          </ac:spMkLst>
        </pc:spChg>
        <pc:spChg chg="add mod">
          <ac:chgData name="Eric Akoto" userId="3361b231f76eb4bd" providerId="LiveId" clId="{EE337569-5E8B-41CD-8E4E-A14915C61AC6}" dt="2026-06-03T15:09:43.448" v="395" actId="14100"/>
          <ac:spMkLst>
            <pc:docMk/>
            <pc:sldMk cId="1845304887" sldId="259"/>
            <ac:spMk id="5" creationId="{D1F02B71-807A-9679-D9AD-F907D3D6F3D9}"/>
          </ac:spMkLst>
        </pc:spChg>
        <pc:spChg chg="add mod">
          <ac:chgData name="Eric Akoto" userId="3361b231f76eb4bd" providerId="LiveId" clId="{EE337569-5E8B-41CD-8E4E-A14915C61AC6}" dt="2026-06-03T15:31:43.284" v="414" actId="1076"/>
          <ac:spMkLst>
            <pc:docMk/>
            <pc:sldMk cId="1845304887" sldId="259"/>
            <ac:spMk id="6" creationId="{5EE6875D-626E-0CC3-F62C-6E445FD8235F}"/>
          </ac:spMkLst>
        </pc:spChg>
        <pc:spChg chg="add mod">
          <ac:chgData name="Eric Akoto" userId="3361b231f76eb4bd" providerId="LiveId" clId="{EE337569-5E8B-41CD-8E4E-A14915C61AC6}" dt="2026-06-03T15:32:01.991" v="417" actId="1076"/>
          <ac:spMkLst>
            <pc:docMk/>
            <pc:sldMk cId="1845304887" sldId="259"/>
            <ac:spMk id="7" creationId="{79BC3AEB-E9A3-870D-C1AC-31CDA9C0B11B}"/>
          </ac:spMkLst>
        </pc:spChg>
        <pc:spChg chg="del">
          <ac:chgData name="Eric Akoto" userId="3361b231f76eb4bd" providerId="LiveId" clId="{EE337569-5E8B-41CD-8E4E-A14915C61AC6}" dt="2026-06-03T14:59:43.972" v="179" actId="478"/>
          <ac:spMkLst>
            <pc:docMk/>
            <pc:sldMk cId="1845304887" sldId="259"/>
            <ac:spMk id="11" creationId="{A3D7E7A5-0E5F-9D56-AF54-4F4513AECAEA}"/>
          </ac:spMkLst>
        </pc:spChg>
        <pc:spChg chg="mod">
          <ac:chgData name="Eric Akoto" userId="3361b231f76eb4bd" providerId="LiveId" clId="{EE337569-5E8B-41CD-8E4E-A14915C61AC6}" dt="2026-06-03T15:32:49.944" v="423" actId="1076"/>
          <ac:spMkLst>
            <pc:docMk/>
            <pc:sldMk cId="1845304887" sldId="259"/>
            <ac:spMk id="12" creationId="{A78398FF-6A05-8EF9-8011-EFA618796BAE}"/>
          </ac:spMkLst>
        </pc:spChg>
        <pc:spChg chg="mod">
          <ac:chgData name="Eric Akoto" userId="3361b231f76eb4bd" providerId="LiveId" clId="{EE337569-5E8B-41CD-8E4E-A14915C61AC6}" dt="2026-06-03T15:10:16.992" v="401" actId="14100"/>
          <ac:spMkLst>
            <pc:docMk/>
            <pc:sldMk cId="1845304887" sldId="259"/>
            <ac:spMk id="13" creationId="{83DDEF0A-67F8-BE63-BB22-C37DFA17639A}"/>
          </ac:spMkLst>
        </pc:spChg>
        <pc:spChg chg="del">
          <ac:chgData name="Eric Akoto" userId="3361b231f76eb4bd" providerId="LiveId" clId="{EE337569-5E8B-41CD-8E4E-A14915C61AC6}" dt="2026-06-03T14:59:41.381" v="178" actId="478"/>
          <ac:spMkLst>
            <pc:docMk/>
            <pc:sldMk cId="1845304887" sldId="259"/>
            <ac:spMk id="15" creationId="{9D3EB7E3-EE8F-2818-5D4D-AE31189A8063}"/>
          </ac:spMkLst>
        </pc:spChg>
        <pc:spChg chg="del">
          <ac:chgData name="Eric Akoto" userId="3361b231f76eb4bd" providerId="LiveId" clId="{EE337569-5E8B-41CD-8E4E-A14915C61AC6}" dt="2026-06-03T15:01:05.872" v="181" actId="478"/>
          <ac:spMkLst>
            <pc:docMk/>
            <pc:sldMk cId="1845304887" sldId="259"/>
            <ac:spMk id="17" creationId="{646FC27A-3EA4-BDF6-56FA-CFE1C8CE5C2E}"/>
          </ac:spMkLst>
        </pc:spChg>
        <pc:spChg chg="del">
          <ac:chgData name="Eric Akoto" userId="3361b231f76eb4bd" providerId="LiveId" clId="{EE337569-5E8B-41CD-8E4E-A14915C61AC6}" dt="2026-06-03T15:01:02.616" v="180" actId="478"/>
          <ac:spMkLst>
            <pc:docMk/>
            <pc:sldMk cId="1845304887" sldId="259"/>
            <ac:spMk id="18" creationId="{01B6B5D9-6680-A8E5-C8E3-10B6AD6ED195}"/>
          </ac:spMkLst>
        </pc:spChg>
        <pc:spChg chg="mod">
          <ac:chgData name="Eric Akoto" userId="3361b231f76eb4bd" providerId="LiveId" clId="{EE337569-5E8B-41CD-8E4E-A14915C61AC6}" dt="2026-06-03T16:04:32.826" v="441" actId="1076"/>
          <ac:spMkLst>
            <pc:docMk/>
            <pc:sldMk cId="1845304887" sldId="259"/>
            <ac:spMk id="19" creationId="{7A53E4D6-97D9-0BF9-1A18-6AABE0EF3208}"/>
          </ac:spMkLst>
        </pc:spChg>
        <pc:spChg chg="mod">
          <ac:chgData name="Eric Akoto" userId="3361b231f76eb4bd" providerId="LiveId" clId="{EE337569-5E8B-41CD-8E4E-A14915C61AC6}" dt="2026-06-03T15:33:55.569" v="429" actId="14100"/>
          <ac:spMkLst>
            <pc:docMk/>
            <pc:sldMk cId="1845304887" sldId="259"/>
            <ac:spMk id="20" creationId="{F1579D69-579F-2CCC-9033-F5D5ED5EE749}"/>
          </ac:spMkLst>
        </pc:spChg>
        <pc:spChg chg="mod">
          <ac:chgData name="Eric Akoto" userId="3361b231f76eb4bd" providerId="LiveId" clId="{EE337569-5E8B-41CD-8E4E-A14915C61AC6}" dt="2026-06-03T15:32:39.319" v="422" actId="14100"/>
          <ac:spMkLst>
            <pc:docMk/>
            <pc:sldMk cId="1845304887" sldId="259"/>
            <ac:spMk id="22" creationId="{055A6C41-ACA6-CC81-00AE-0C03CDB13255}"/>
          </ac:spMkLst>
        </pc:spChg>
        <pc:spChg chg="del">
          <ac:chgData name="Eric Akoto" userId="3361b231f76eb4bd" providerId="LiveId" clId="{EE337569-5E8B-41CD-8E4E-A14915C61AC6}" dt="2026-06-03T14:59:41.381" v="178" actId="478"/>
          <ac:spMkLst>
            <pc:docMk/>
            <pc:sldMk cId="1845304887" sldId="259"/>
            <ac:spMk id="23" creationId="{563663CE-3B60-2F53-F7C5-98F0F6736BD9}"/>
          </ac:spMkLst>
        </pc:spChg>
        <pc:picChg chg="del">
          <ac:chgData name="Eric Akoto" userId="3361b231f76eb4bd" providerId="LiveId" clId="{EE337569-5E8B-41CD-8E4E-A14915C61AC6}" dt="2026-06-03T14:59:41.381" v="178" actId="478"/>
          <ac:picMkLst>
            <pc:docMk/>
            <pc:sldMk cId="1845304887" sldId="259"/>
            <ac:picMk id="62" creationId="{28A100B8-9243-F5A8-5F91-89F3CC6D03F1}"/>
          </ac:picMkLst>
        </pc:picChg>
        <pc:picChg chg="del">
          <ac:chgData name="Eric Akoto" userId="3361b231f76eb4bd" providerId="LiveId" clId="{EE337569-5E8B-41CD-8E4E-A14915C61AC6}" dt="2026-06-03T14:59:41.381" v="178" actId="478"/>
          <ac:picMkLst>
            <pc:docMk/>
            <pc:sldMk cId="1845304887" sldId="259"/>
            <ac:picMk id="63" creationId="{F72527F2-11EB-C565-0FFE-79A303196650}"/>
          </ac:picMkLst>
        </pc:picChg>
      </pc:sldChg>
      <pc:sldChg chg="add del">
        <pc:chgData name="Eric Akoto" userId="3361b231f76eb4bd" providerId="LiveId" clId="{EE337569-5E8B-41CD-8E4E-A14915C61AC6}" dt="2026-06-03T14:58:57.035" v="176" actId="47"/>
        <pc:sldMkLst>
          <pc:docMk/>
          <pc:sldMk cId="3991579318" sldId="259"/>
        </pc:sldMkLst>
      </pc:sldChg>
      <pc:sldChg chg="delSp modSp add mod">
        <pc:chgData name="Eric Akoto" userId="3361b231f76eb4bd" providerId="LiveId" clId="{EE337569-5E8B-41CD-8E4E-A14915C61AC6}" dt="2026-06-03T16:41:56.157" v="486" actId="1076"/>
        <pc:sldMkLst>
          <pc:docMk/>
          <pc:sldMk cId="2302237939" sldId="260"/>
        </pc:sldMkLst>
        <pc:spChg chg="mod">
          <ac:chgData name="Eric Akoto" userId="3361b231f76eb4bd" providerId="LiveId" clId="{EE337569-5E8B-41CD-8E4E-A14915C61AC6}" dt="2026-06-03T16:40:36.818" v="480" actId="14100"/>
          <ac:spMkLst>
            <pc:docMk/>
            <pc:sldMk cId="2302237939" sldId="260"/>
            <ac:spMk id="2" creationId="{3B707BA6-2E7E-9E46-A463-5D7411E718EA}"/>
          </ac:spMkLst>
        </pc:spChg>
        <pc:spChg chg="mod">
          <ac:chgData name="Eric Akoto" userId="3361b231f76eb4bd" providerId="LiveId" clId="{EE337569-5E8B-41CD-8E4E-A14915C61AC6}" dt="2026-06-03T16:39:51.378" v="471" actId="14100"/>
          <ac:spMkLst>
            <pc:docMk/>
            <pc:sldMk cId="2302237939" sldId="260"/>
            <ac:spMk id="3" creationId="{EDB0E5EB-8167-8884-9B07-C5F2D31B28F6}"/>
          </ac:spMkLst>
        </pc:spChg>
        <pc:spChg chg="mod">
          <ac:chgData name="Eric Akoto" userId="3361b231f76eb4bd" providerId="LiveId" clId="{EE337569-5E8B-41CD-8E4E-A14915C61AC6}" dt="2026-06-03T16:38:10.607" v="461" actId="108"/>
          <ac:spMkLst>
            <pc:docMk/>
            <pc:sldMk cId="2302237939" sldId="260"/>
            <ac:spMk id="5" creationId="{A6AEE112-7163-98B4-80AF-103035439457}"/>
          </ac:spMkLst>
        </pc:spChg>
        <pc:spChg chg="del">
          <ac:chgData name="Eric Akoto" userId="3361b231f76eb4bd" providerId="LiveId" clId="{EE337569-5E8B-41CD-8E4E-A14915C61AC6}" dt="2026-06-03T16:35:06.240" v="443" actId="478"/>
          <ac:spMkLst>
            <pc:docMk/>
            <pc:sldMk cId="2302237939" sldId="260"/>
            <ac:spMk id="6" creationId="{086AD43A-BF6A-79B9-74AA-B8EF6563E819}"/>
          </ac:spMkLst>
        </pc:spChg>
        <pc:spChg chg="mod">
          <ac:chgData name="Eric Akoto" userId="3361b231f76eb4bd" providerId="LiveId" clId="{EE337569-5E8B-41CD-8E4E-A14915C61AC6}" dt="2026-06-03T16:41:56.157" v="486" actId="1076"/>
          <ac:spMkLst>
            <pc:docMk/>
            <pc:sldMk cId="2302237939" sldId="260"/>
            <ac:spMk id="7" creationId="{6E5112AE-7F93-5DD1-55F3-C3717AD3C7CD}"/>
          </ac:spMkLst>
        </pc:spChg>
        <pc:spChg chg="del">
          <ac:chgData name="Eric Akoto" userId="3361b231f76eb4bd" providerId="LiveId" clId="{EE337569-5E8B-41CD-8E4E-A14915C61AC6}" dt="2026-06-03T16:35:08.627" v="444" actId="478"/>
          <ac:spMkLst>
            <pc:docMk/>
            <pc:sldMk cId="2302237939" sldId="260"/>
            <ac:spMk id="12" creationId="{3984FC94-EFE2-C1B2-B912-F3CBA885CABF}"/>
          </ac:spMkLst>
        </pc:spChg>
        <pc:spChg chg="mod">
          <ac:chgData name="Eric Akoto" userId="3361b231f76eb4bd" providerId="LiveId" clId="{EE337569-5E8B-41CD-8E4E-A14915C61AC6}" dt="2026-06-03T16:40:08.498" v="474" actId="14100"/>
          <ac:spMkLst>
            <pc:docMk/>
            <pc:sldMk cId="2302237939" sldId="260"/>
            <ac:spMk id="13" creationId="{4530E3D9-69E5-691E-6A0E-0A9BB8CDA2D3}"/>
          </ac:spMkLst>
        </pc:spChg>
        <pc:spChg chg="mod">
          <ac:chgData name="Eric Akoto" userId="3361b231f76eb4bd" providerId="LiveId" clId="{EE337569-5E8B-41CD-8E4E-A14915C61AC6}" dt="2026-06-03T16:39:57.421" v="472" actId="14100"/>
          <ac:spMkLst>
            <pc:docMk/>
            <pc:sldMk cId="2302237939" sldId="260"/>
            <ac:spMk id="19" creationId="{ADCD5D78-DDC0-238B-EAA9-FA2DCE05D212}"/>
          </ac:spMkLst>
        </pc:spChg>
        <pc:spChg chg="mod">
          <ac:chgData name="Eric Akoto" userId="3361b231f76eb4bd" providerId="LiveId" clId="{EE337569-5E8B-41CD-8E4E-A14915C61AC6}" dt="2026-06-03T16:40:05.610" v="473" actId="14100"/>
          <ac:spMkLst>
            <pc:docMk/>
            <pc:sldMk cId="2302237939" sldId="260"/>
            <ac:spMk id="20" creationId="{A2EF92F1-7441-30E1-1B90-DCBE06F7AEB2}"/>
          </ac:spMkLst>
        </pc:spChg>
        <pc:spChg chg="mod">
          <ac:chgData name="Eric Akoto" userId="3361b231f76eb4bd" providerId="LiveId" clId="{EE337569-5E8B-41CD-8E4E-A14915C61AC6}" dt="2026-06-03T16:40:31.676" v="479" actId="14100"/>
          <ac:spMkLst>
            <pc:docMk/>
            <pc:sldMk cId="2302237939" sldId="260"/>
            <ac:spMk id="22" creationId="{F04D2C0C-D823-1D01-D243-DA761718AF7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EF5E7-2874-F293-A92E-567F40806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9E7A14-4DE7-F4D7-4D6C-3509D9230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F66C2-A322-4BBA-0BF1-C9661FCD9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8CF7-7A5D-47F1-A5E9-22A884FB2A2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98E8B-C006-8C5D-85B3-C7BC08F62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AAE33-0975-476B-7706-242D537F7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6CA4-1BA4-4F2C-8912-40E043AF9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229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942F6-D331-D280-B2B0-F6947F5D8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DABCD-6B32-0B15-3354-619848961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35D3A-43E5-FEDB-1AA6-C9E2D0E6F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8CF7-7A5D-47F1-A5E9-22A884FB2A2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17B09-0AC8-3DB2-2533-8D67AD834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420B3-7F85-6FE0-F871-CB39CC1D8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6CA4-1BA4-4F2C-8912-40E043AF9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08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3DE35-68E7-B7B7-67A0-AE11B290E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20060-05E6-5080-FD35-BBAADD2EF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62BC2-48FC-37C0-A145-AEDBAEFD6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8CF7-7A5D-47F1-A5E9-22A884FB2A2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ED7F9-3EF8-2C68-937B-4DFF95127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06A2F-4AE4-49F5-4E29-B0331CA16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6CA4-1BA4-4F2C-8912-40E043AF9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12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9A94-7AD4-BEE8-FCB0-D9EBB4257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19008-79F4-7C5E-E673-E143D9FC1E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01EFCF-5FA5-CEFE-E6B4-3A7AB56C7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5E2C1-6CF8-8B75-A06F-265FC3035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8CF7-7A5D-47F1-A5E9-22A884FB2A2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B308D6-9DD5-53C3-9589-2DE4690D1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FD963-ADC3-23B3-6A58-664543FD8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6CA4-1BA4-4F2C-8912-40E043AF9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38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E1D2B-3701-A05C-8804-F4CF9A1A0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8FAC6-8A15-C564-FCC0-CB34A4359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FD803-9106-65CD-8093-C90B998FA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8B5748-BAFC-ABE9-4F09-9F6CD54349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50A214-92F1-E6C4-CBC6-ED9B491FF2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240EB9-47DC-55DD-07B9-9F00B995A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8CF7-7A5D-47F1-A5E9-22A884FB2A2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12C453-E94B-75B4-7FEC-01F50C4F1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3EA449-8B37-FA9E-334F-760B21DCE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6CA4-1BA4-4F2C-8912-40E043AF9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273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75B15-76CE-A281-F976-E9613139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D31455-3EF3-A895-AA1F-CB23CCB13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8CF7-7A5D-47F1-A5E9-22A884FB2A2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9970CF-9B85-C5E9-4AC1-94ABE0F06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A348A2-8957-B086-D527-535D05265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6CA4-1BA4-4F2C-8912-40E043AF9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12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AD2C90-FA38-A674-06B0-BDB710577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8CF7-7A5D-47F1-A5E9-22A884FB2A2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94A657-7E17-A14B-E263-509AADA7F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7C192-D3B8-87A1-D61E-27E43027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6CA4-1BA4-4F2C-8912-40E043AF9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85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E0530-EEAA-2736-8E8C-37AF3B850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30EB8-F75F-5E14-A454-5F65ADDB7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8443C-935F-E661-65A5-48B1AA172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5C39C-B41B-702A-BAB2-3F9B99AA5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8CF7-7A5D-47F1-A5E9-22A884FB2A2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0BF8D-2155-BF9E-AA07-F82BEACD4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0E3E0-40C4-8ED8-7AF4-DDF35CA20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6CA4-1BA4-4F2C-8912-40E043AF9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11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CE3BA-EDB1-227B-2A04-7D0127F0E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EE58F8-04BE-4BA8-DA5A-FB1A4A1640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34D8E-2594-CA1F-56CF-9CA957B6D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2F06C8-EDBE-022B-884C-9EDE32631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8CF7-7A5D-47F1-A5E9-22A884FB2A2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DB183-606A-1CBA-AB3F-4AFC0728B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FA9FB5-5095-CEDD-B3FB-5F5C593CF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6CA4-1BA4-4F2C-8912-40E043AF9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497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A30E-B51E-26BB-1BCD-4ADD64C21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610AA7-4DC2-1DDB-DEEB-31D291B55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EDA04-5165-17E5-8B52-DC1F90D89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8CF7-7A5D-47F1-A5E9-22A884FB2A2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37962-ADEC-7172-5CCE-D374D0932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EDC90-39A8-2952-F46F-16AAD373B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6CA4-1BA4-4F2C-8912-40E043AF9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621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8FF95-D26A-0BD6-1399-51D83521BF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6A1EA7-5E33-6307-0D51-72F211879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5123C-56D2-A11F-2681-57C81DCF3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8CF7-7A5D-47F1-A5E9-22A884FB2A2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9C051-859D-32DD-CBA4-1D87D712A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A970C-76D0-4DA5-EEBE-43448A20F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6CA4-1BA4-4F2C-8912-40E043AF9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CD25F0-0F31-BFE9-1641-E18165928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5A445-903E-8047-6164-A113E80F1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58846-E577-E17A-160A-1356F3DF4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C48CF7-7A5D-47F1-A5E9-22A884FB2A2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7E1AD-22D8-6152-49AA-21BD9A184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B1075-C5D5-4C45-D54F-283F60B6E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806CA4-1BA4-4F2C-8912-40E043AF9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544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7B4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3924EF-3D8C-A36D-EAC2-E4875478C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73FF6B1-1F29-DEF4-4D18-E9B220C7D2A3}"/>
              </a:ext>
            </a:extLst>
          </p:cNvPr>
          <p:cNvSpPr/>
          <p:nvPr/>
        </p:nvSpPr>
        <p:spPr>
          <a:xfrm>
            <a:off x="981174" y="204558"/>
            <a:ext cx="11057459" cy="6603167"/>
          </a:xfrm>
          <a:prstGeom prst="roundRect">
            <a:avLst>
              <a:gd name="adj" fmla="val 1604"/>
            </a:avLst>
          </a:prstGeom>
          <a:solidFill>
            <a:srgbClr val="0A0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6F55C912-A0A5-2FFB-1ED0-57D85E1864C0}"/>
              </a:ext>
            </a:extLst>
          </p:cNvPr>
          <p:cNvSpPr/>
          <p:nvPr/>
        </p:nvSpPr>
        <p:spPr>
          <a:xfrm rot="16200000">
            <a:off x="-2781533" y="3168206"/>
            <a:ext cx="6603168" cy="675869"/>
          </a:xfrm>
          <a:prstGeom prst="round2SameRect">
            <a:avLst>
              <a:gd name="adj1" fmla="val 28387"/>
              <a:gd name="adj2" fmla="val 0"/>
            </a:avLst>
          </a:prstGeom>
          <a:solidFill>
            <a:srgbClr val="0A0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73B0797-7AEA-BD17-2142-CF0A7B50E29F}"/>
              </a:ext>
            </a:extLst>
          </p:cNvPr>
          <p:cNvSpPr/>
          <p:nvPr/>
        </p:nvSpPr>
        <p:spPr>
          <a:xfrm>
            <a:off x="3573662" y="366780"/>
            <a:ext cx="2543054" cy="1063819"/>
          </a:xfrm>
          <a:prstGeom prst="roundRect">
            <a:avLst>
              <a:gd name="adj" fmla="val 5864"/>
            </a:avLst>
          </a:prstGeom>
          <a:solidFill>
            <a:srgbClr val="3636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A9A53E3-A79C-6BDE-2633-DC7DB649F00B}"/>
              </a:ext>
            </a:extLst>
          </p:cNvPr>
          <p:cNvSpPr/>
          <p:nvPr/>
        </p:nvSpPr>
        <p:spPr>
          <a:xfrm>
            <a:off x="1110918" y="4001195"/>
            <a:ext cx="5008188" cy="2702095"/>
          </a:xfrm>
          <a:prstGeom prst="roundRect">
            <a:avLst>
              <a:gd name="adj" fmla="val 1538"/>
            </a:avLst>
          </a:prstGeom>
          <a:solidFill>
            <a:srgbClr val="3636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0418886-2DAF-2701-9056-2EC00FA317D1}"/>
              </a:ext>
            </a:extLst>
          </p:cNvPr>
          <p:cNvSpPr/>
          <p:nvPr/>
        </p:nvSpPr>
        <p:spPr>
          <a:xfrm>
            <a:off x="6173995" y="3638958"/>
            <a:ext cx="5759091" cy="3064332"/>
          </a:xfrm>
          <a:prstGeom prst="roundRect">
            <a:avLst>
              <a:gd name="adj" fmla="val 1831"/>
            </a:avLst>
          </a:prstGeom>
          <a:solidFill>
            <a:srgbClr val="3636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055D1E-CD13-C80E-03A6-5FFF8B75CE34}"/>
              </a:ext>
            </a:extLst>
          </p:cNvPr>
          <p:cNvSpPr txBox="1"/>
          <p:nvPr/>
        </p:nvSpPr>
        <p:spPr>
          <a:xfrm>
            <a:off x="3562026" y="431085"/>
            <a:ext cx="25339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AVERAGE PRICE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26E10B0-AE86-E0DD-43CA-5FA71FD6F945}"/>
              </a:ext>
            </a:extLst>
          </p:cNvPr>
          <p:cNvSpPr/>
          <p:nvPr/>
        </p:nvSpPr>
        <p:spPr>
          <a:xfrm>
            <a:off x="1087810" y="1494905"/>
            <a:ext cx="5028905" cy="2387284"/>
          </a:xfrm>
          <a:prstGeom prst="roundRect">
            <a:avLst>
              <a:gd name="adj" fmla="val 1538"/>
            </a:avLst>
          </a:prstGeom>
          <a:solidFill>
            <a:srgbClr val="3636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195C32-8B71-7564-7063-5EF9F5838ED8}"/>
              </a:ext>
            </a:extLst>
          </p:cNvPr>
          <p:cNvSpPr txBox="1"/>
          <p:nvPr/>
        </p:nvSpPr>
        <p:spPr>
          <a:xfrm>
            <a:off x="1099281" y="1549605"/>
            <a:ext cx="50057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4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sz="1500" dirty="0"/>
              <a:t>What is the relationship between availability and price?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6CCCC8-D5A4-7CFC-9397-69C6B1CB0247}"/>
              </a:ext>
            </a:extLst>
          </p:cNvPr>
          <p:cNvSpPr txBox="1"/>
          <p:nvPr/>
        </p:nvSpPr>
        <p:spPr>
          <a:xfrm>
            <a:off x="1110918" y="4001195"/>
            <a:ext cx="50057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solidFill>
                  <a:schemeClr val="accent4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sz="1500" dirty="0"/>
              <a:t>Are highly reviewed listings more expensive?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38CD49B-FCB5-263C-C4A2-9A4D7E40613F}"/>
              </a:ext>
            </a:extLst>
          </p:cNvPr>
          <p:cNvSpPr/>
          <p:nvPr/>
        </p:nvSpPr>
        <p:spPr>
          <a:xfrm>
            <a:off x="6176434" y="364668"/>
            <a:ext cx="5735515" cy="3169855"/>
          </a:xfrm>
          <a:prstGeom prst="roundRect">
            <a:avLst>
              <a:gd name="adj" fmla="val 1831"/>
            </a:avLst>
          </a:prstGeom>
          <a:solidFill>
            <a:srgbClr val="3636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1250E9-B6F0-8D0C-152C-646F2386FB5D}"/>
              </a:ext>
            </a:extLst>
          </p:cNvPr>
          <p:cNvSpPr txBox="1"/>
          <p:nvPr/>
        </p:nvSpPr>
        <p:spPr>
          <a:xfrm>
            <a:off x="6194712" y="432970"/>
            <a:ext cx="58151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accent4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sz="1500" dirty="0"/>
              <a:t>Which neighborhood has the highest average Airbnb price?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44088B-D366-C203-F4C2-7AF1E1BC3201}"/>
              </a:ext>
            </a:extLst>
          </p:cNvPr>
          <p:cNvSpPr txBox="1"/>
          <p:nvPr/>
        </p:nvSpPr>
        <p:spPr>
          <a:xfrm>
            <a:off x="6183792" y="3799068"/>
            <a:ext cx="580206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accent4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sz="1500" dirty="0"/>
              <a:t>Which borough is the most expensive for Airbnb rentals?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0C48C47-23FE-5C6A-79B1-0A2AB89294C7}"/>
              </a:ext>
            </a:extLst>
          </p:cNvPr>
          <p:cNvSpPr/>
          <p:nvPr/>
        </p:nvSpPr>
        <p:spPr>
          <a:xfrm>
            <a:off x="1099281" y="364668"/>
            <a:ext cx="2393946" cy="1065931"/>
          </a:xfrm>
          <a:prstGeom prst="roundRect">
            <a:avLst>
              <a:gd name="adj" fmla="val 5885"/>
            </a:avLst>
          </a:prstGeom>
          <a:solidFill>
            <a:srgbClr val="3636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61BF17-EC85-B79F-3D19-63D02954F45C}"/>
              </a:ext>
            </a:extLst>
          </p:cNvPr>
          <p:cNvSpPr txBox="1"/>
          <p:nvPr/>
        </p:nvSpPr>
        <p:spPr>
          <a:xfrm>
            <a:off x="1099281" y="431085"/>
            <a:ext cx="23981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TOTAL PRICE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F8E1CEB-BCF2-A904-91FE-9445D2EC2B09}"/>
              </a:ext>
            </a:extLst>
          </p:cNvPr>
          <p:cNvCxnSpPr>
            <a:cxnSpLocks/>
          </p:cNvCxnSpPr>
          <p:nvPr/>
        </p:nvCxnSpPr>
        <p:spPr>
          <a:xfrm>
            <a:off x="153367" y="988515"/>
            <a:ext cx="704618" cy="0"/>
          </a:xfrm>
          <a:prstGeom prst="line">
            <a:avLst/>
          </a:prstGeom>
          <a:ln w="38100">
            <a:solidFill>
              <a:srgbClr val="C27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11E5A51F-A4DA-834B-9B45-ED9519FF0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14" y="364668"/>
            <a:ext cx="462981" cy="462981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2E43B3D1-E393-4042-C38B-CDD26A793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626" y="805278"/>
            <a:ext cx="354670" cy="494133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A37176C9-9421-AB71-AC2A-45185AF7B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791" y="796468"/>
            <a:ext cx="354670" cy="49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036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7B4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3F24D8-861E-D8C0-70FA-12DFFD8A6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ABC04B-A79B-7FC5-EBDB-87F7BB9ECC3B}"/>
              </a:ext>
            </a:extLst>
          </p:cNvPr>
          <p:cNvSpPr/>
          <p:nvPr/>
        </p:nvSpPr>
        <p:spPr>
          <a:xfrm>
            <a:off x="981174" y="204558"/>
            <a:ext cx="11057459" cy="6603167"/>
          </a:xfrm>
          <a:prstGeom prst="roundRect">
            <a:avLst>
              <a:gd name="adj" fmla="val 1604"/>
            </a:avLst>
          </a:prstGeom>
          <a:solidFill>
            <a:srgbClr val="0A0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D2FE3764-2AD1-5F8D-2960-A504058D3E70}"/>
              </a:ext>
            </a:extLst>
          </p:cNvPr>
          <p:cNvSpPr/>
          <p:nvPr/>
        </p:nvSpPr>
        <p:spPr>
          <a:xfrm rot="16200000">
            <a:off x="-2781533" y="3168206"/>
            <a:ext cx="6603168" cy="675869"/>
          </a:xfrm>
          <a:prstGeom prst="round2SameRect">
            <a:avLst>
              <a:gd name="adj1" fmla="val 28387"/>
              <a:gd name="adj2" fmla="val 0"/>
            </a:avLst>
          </a:prstGeom>
          <a:solidFill>
            <a:srgbClr val="0A0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78398FF-6A05-8EF9-8011-EFA618796BAE}"/>
              </a:ext>
            </a:extLst>
          </p:cNvPr>
          <p:cNvSpPr/>
          <p:nvPr/>
        </p:nvSpPr>
        <p:spPr>
          <a:xfrm>
            <a:off x="1097987" y="2617272"/>
            <a:ext cx="4831018" cy="1946231"/>
          </a:xfrm>
          <a:prstGeom prst="roundRect">
            <a:avLst>
              <a:gd name="adj" fmla="val 4835"/>
            </a:avLst>
          </a:prstGeom>
          <a:solidFill>
            <a:srgbClr val="3636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3DDEF0A-67F8-BE63-BB22-C37DFA17639A}"/>
              </a:ext>
            </a:extLst>
          </p:cNvPr>
          <p:cNvSpPr/>
          <p:nvPr/>
        </p:nvSpPr>
        <p:spPr>
          <a:xfrm>
            <a:off x="6017497" y="3638958"/>
            <a:ext cx="5915589" cy="3064332"/>
          </a:xfrm>
          <a:prstGeom prst="roundRect">
            <a:avLst>
              <a:gd name="adj" fmla="val 1831"/>
            </a:avLst>
          </a:prstGeom>
          <a:solidFill>
            <a:srgbClr val="3636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8450845-7ECE-A622-2CEC-80BB48632E14}"/>
              </a:ext>
            </a:extLst>
          </p:cNvPr>
          <p:cNvSpPr/>
          <p:nvPr/>
        </p:nvSpPr>
        <p:spPr>
          <a:xfrm>
            <a:off x="1087629" y="4615350"/>
            <a:ext cx="4851734" cy="2098653"/>
          </a:xfrm>
          <a:prstGeom prst="roundRect">
            <a:avLst>
              <a:gd name="adj" fmla="val 3831"/>
            </a:avLst>
          </a:prstGeom>
          <a:solidFill>
            <a:srgbClr val="3636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3DF946-31CC-E312-54C7-940F61B32EC3}"/>
              </a:ext>
            </a:extLst>
          </p:cNvPr>
          <p:cNvSpPr/>
          <p:nvPr/>
        </p:nvSpPr>
        <p:spPr>
          <a:xfrm>
            <a:off x="6022120" y="364668"/>
            <a:ext cx="5889829" cy="3169855"/>
          </a:xfrm>
          <a:prstGeom prst="roundRect">
            <a:avLst>
              <a:gd name="adj" fmla="val 1831"/>
            </a:avLst>
          </a:prstGeom>
          <a:solidFill>
            <a:srgbClr val="3636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53E4D6-97D9-0BF9-1A18-6AABE0EF3208}"/>
              </a:ext>
            </a:extLst>
          </p:cNvPr>
          <p:cNvSpPr txBox="1"/>
          <p:nvPr/>
        </p:nvSpPr>
        <p:spPr>
          <a:xfrm>
            <a:off x="5956758" y="372361"/>
            <a:ext cx="60205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accent4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sz="1400" dirty="0"/>
              <a:t>Which room type has the best balance between affordability &amp; reviews?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579D69-579F-2CCC-9033-F5D5ED5EE749}"/>
              </a:ext>
            </a:extLst>
          </p:cNvPr>
          <p:cNvSpPr txBox="1"/>
          <p:nvPr/>
        </p:nvSpPr>
        <p:spPr>
          <a:xfrm>
            <a:off x="6082785" y="3638958"/>
            <a:ext cx="580206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4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sz="1500" dirty="0"/>
              <a:t>Are private rooms more popular in certain boroughs?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55A6C41-ACA6-CC81-00AE-0C03CDB13255}"/>
              </a:ext>
            </a:extLst>
          </p:cNvPr>
          <p:cNvSpPr/>
          <p:nvPr/>
        </p:nvSpPr>
        <p:spPr>
          <a:xfrm>
            <a:off x="1097987" y="364668"/>
            <a:ext cx="4831018" cy="2161490"/>
          </a:xfrm>
          <a:prstGeom prst="roundRect">
            <a:avLst>
              <a:gd name="adj" fmla="val 2916"/>
            </a:avLst>
          </a:prstGeom>
          <a:solidFill>
            <a:srgbClr val="3636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5DA64AF-153F-483C-5DE5-EA5EE5EDA935}"/>
              </a:ext>
            </a:extLst>
          </p:cNvPr>
          <p:cNvCxnSpPr>
            <a:cxnSpLocks/>
          </p:cNvCxnSpPr>
          <p:nvPr/>
        </p:nvCxnSpPr>
        <p:spPr>
          <a:xfrm>
            <a:off x="153367" y="988515"/>
            <a:ext cx="704618" cy="0"/>
          </a:xfrm>
          <a:prstGeom prst="line">
            <a:avLst/>
          </a:prstGeom>
          <a:ln w="38100">
            <a:solidFill>
              <a:srgbClr val="C27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4445F8CB-7C18-CFCD-A2E6-68E6B184D9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14" y="364668"/>
            <a:ext cx="462981" cy="4629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F02B71-807A-9679-D9AD-F907D3D6F3D9}"/>
              </a:ext>
            </a:extLst>
          </p:cNvPr>
          <p:cNvSpPr txBox="1"/>
          <p:nvPr/>
        </p:nvSpPr>
        <p:spPr>
          <a:xfrm>
            <a:off x="1081516" y="364668"/>
            <a:ext cx="48356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accent4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sz="1500" dirty="0"/>
              <a:t>How does room type affect pricing in each borough?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E6875D-626E-0CC3-F62C-6E445FD8235F}"/>
              </a:ext>
            </a:extLst>
          </p:cNvPr>
          <p:cNvSpPr txBox="1"/>
          <p:nvPr/>
        </p:nvSpPr>
        <p:spPr>
          <a:xfrm>
            <a:off x="1042575" y="2599042"/>
            <a:ext cx="479331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accent4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sz="1500" dirty="0"/>
              <a:t>How does room type affect pricing?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BC3AEB-E9A3-870D-C1AC-31CDA9C0B11B}"/>
              </a:ext>
            </a:extLst>
          </p:cNvPr>
          <p:cNvSpPr txBox="1"/>
          <p:nvPr/>
        </p:nvSpPr>
        <p:spPr>
          <a:xfrm>
            <a:off x="1116823" y="4604637"/>
            <a:ext cx="477748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accent4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sz="1500" dirty="0"/>
              <a:t>Which room type is most common?</a:t>
            </a:r>
          </a:p>
        </p:txBody>
      </p:sp>
    </p:spTree>
    <p:extLst>
      <p:ext uri="{BB962C8B-B14F-4D97-AF65-F5344CB8AC3E}">
        <p14:creationId xmlns:p14="http://schemas.microsoft.com/office/powerpoint/2010/main" val="1845304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7B4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2977FF-7077-997C-A895-37B55E8D2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094BF3-68A4-237B-A8D2-00761CDC7110}"/>
              </a:ext>
            </a:extLst>
          </p:cNvPr>
          <p:cNvSpPr/>
          <p:nvPr/>
        </p:nvSpPr>
        <p:spPr>
          <a:xfrm>
            <a:off x="981174" y="204558"/>
            <a:ext cx="11057459" cy="6603167"/>
          </a:xfrm>
          <a:prstGeom prst="roundRect">
            <a:avLst>
              <a:gd name="adj" fmla="val 1604"/>
            </a:avLst>
          </a:prstGeom>
          <a:solidFill>
            <a:srgbClr val="0A0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B0C0EF21-8305-D95C-AFBE-A6C18C285273}"/>
              </a:ext>
            </a:extLst>
          </p:cNvPr>
          <p:cNvSpPr/>
          <p:nvPr/>
        </p:nvSpPr>
        <p:spPr>
          <a:xfrm rot="16200000">
            <a:off x="-2781533" y="3168206"/>
            <a:ext cx="6603168" cy="675869"/>
          </a:xfrm>
          <a:prstGeom prst="round2SameRect">
            <a:avLst>
              <a:gd name="adj1" fmla="val 28387"/>
              <a:gd name="adj2" fmla="val 0"/>
            </a:avLst>
          </a:prstGeom>
          <a:solidFill>
            <a:srgbClr val="0A0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530E3D9-69E5-691E-6A0E-0A9BB8CDA2D3}"/>
              </a:ext>
            </a:extLst>
          </p:cNvPr>
          <p:cNvSpPr/>
          <p:nvPr/>
        </p:nvSpPr>
        <p:spPr>
          <a:xfrm>
            <a:off x="6464967" y="3638958"/>
            <a:ext cx="5468119" cy="3064332"/>
          </a:xfrm>
          <a:prstGeom prst="roundRect">
            <a:avLst>
              <a:gd name="adj" fmla="val 1831"/>
            </a:avLst>
          </a:prstGeom>
          <a:solidFill>
            <a:srgbClr val="3636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B707BA6-2E7E-9E46-A463-5D7411E718EA}"/>
              </a:ext>
            </a:extLst>
          </p:cNvPr>
          <p:cNvSpPr/>
          <p:nvPr/>
        </p:nvSpPr>
        <p:spPr>
          <a:xfrm>
            <a:off x="1087627" y="3638958"/>
            <a:ext cx="5282149" cy="3075045"/>
          </a:xfrm>
          <a:prstGeom prst="roundRect">
            <a:avLst>
              <a:gd name="adj" fmla="val 3831"/>
            </a:avLst>
          </a:prstGeom>
          <a:solidFill>
            <a:srgbClr val="3636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DB0E5EB-8167-8884-9B07-C5F2D31B28F6}"/>
              </a:ext>
            </a:extLst>
          </p:cNvPr>
          <p:cNvSpPr/>
          <p:nvPr/>
        </p:nvSpPr>
        <p:spPr>
          <a:xfrm>
            <a:off x="6464967" y="364668"/>
            <a:ext cx="5446981" cy="3169855"/>
          </a:xfrm>
          <a:prstGeom prst="roundRect">
            <a:avLst>
              <a:gd name="adj" fmla="val 1831"/>
            </a:avLst>
          </a:prstGeom>
          <a:solidFill>
            <a:srgbClr val="3636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CD5D78-DDC0-238B-EAA9-FA2DCE05D212}"/>
              </a:ext>
            </a:extLst>
          </p:cNvPr>
          <p:cNvSpPr txBox="1"/>
          <p:nvPr/>
        </p:nvSpPr>
        <p:spPr>
          <a:xfrm>
            <a:off x="6464967" y="372362"/>
            <a:ext cx="545883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accent4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Are super-active hosts concentrated in specific boroughs?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EF92F1-7441-30E1-1B90-DCBE06F7AEB2}"/>
              </a:ext>
            </a:extLst>
          </p:cNvPr>
          <p:cNvSpPr txBox="1"/>
          <p:nvPr/>
        </p:nvSpPr>
        <p:spPr>
          <a:xfrm>
            <a:off x="6464967" y="3638958"/>
            <a:ext cx="541988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accent4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Which hosts generate the most potential revenue?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04D2C0C-D823-1D01-D243-DA761718AF73}"/>
              </a:ext>
            </a:extLst>
          </p:cNvPr>
          <p:cNvSpPr/>
          <p:nvPr/>
        </p:nvSpPr>
        <p:spPr>
          <a:xfrm>
            <a:off x="1097986" y="364668"/>
            <a:ext cx="5271791" cy="3169854"/>
          </a:xfrm>
          <a:prstGeom prst="roundRect">
            <a:avLst>
              <a:gd name="adj" fmla="val 2916"/>
            </a:avLst>
          </a:prstGeom>
          <a:solidFill>
            <a:srgbClr val="3636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9E49AD1-E075-881F-DEDD-72769CCD9190}"/>
              </a:ext>
            </a:extLst>
          </p:cNvPr>
          <p:cNvCxnSpPr>
            <a:cxnSpLocks/>
          </p:cNvCxnSpPr>
          <p:nvPr/>
        </p:nvCxnSpPr>
        <p:spPr>
          <a:xfrm>
            <a:off x="153367" y="988515"/>
            <a:ext cx="704618" cy="0"/>
          </a:xfrm>
          <a:prstGeom prst="line">
            <a:avLst/>
          </a:prstGeom>
          <a:ln w="38100">
            <a:solidFill>
              <a:srgbClr val="C27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522CD13D-87FF-A7E0-5487-725189F8D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14" y="364668"/>
            <a:ext cx="462981" cy="4629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AEE112-7163-98B4-80AF-103035439457}"/>
              </a:ext>
            </a:extLst>
          </p:cNvPr>
          <p:cNvSpPr txBox="1"/>
          <p:nvPr/>
        </p:nvSpPr>
        <p:spPr>
          <a:xfrm>
            <a:off x="1081516" y="364668"/>
            <a:ext cx="4835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accent4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Who are the hosts with the most listings?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5112AE-7F93-5DD1-55F3-C3717AD3C7CD}"/>
              </a:ext>
            </a:extLst>
          </p:cNvPr>
          <p:cNvSpPr txBox="1"/>
          <p:nvPr/>
        </p:nvSpPr>
        <p:spPr>
          <a:xfrm>
            <a:off x="1028131" y="3638958"/>
            <a:ext cx="53886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accent4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What percentage of listings belong to multi-property hosts?</a:t>
            </a:r>
          </a:p>
        </p:txBody>
      </p:sp>
    </p:spTree>
    <p:extLst>
      <p:ext uri="{BB962C8B-B14F-4D97-AF65-F5344CB8AC3E}">
        <p14:creationId xmlns:p14="http://schemas.microsoft.com/office/powerpoint/2010/main" val="2302237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3926</TotalTime>
  <Words>118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Akoto</dc:creator>
  <cp:lastModifiedBy>Eric Akoto</cp:lastModifiedBy>
  <cp:revision>1</cp:revision>
  <dcterms:created xsi:type="dcterms:W3CDTF">2026-05-31T23:15:53Z</dcterms:created>
  <dcterms:modified xsi:type="dcterms:W3CDTF">2026-06-03T16:42:01Z</dcterms:modified>
</cp:coreProperties>
</file>